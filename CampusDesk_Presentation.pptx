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Helpdesk Ticketing System built with ASP.NET Core 8 MVC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Atrab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No: 2405101270244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Hons  |  Div C  |  Subject: ASP.NET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report campus issues through phone calls, paper notes and messages, so requests get lost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track status, priority or who is handling an issue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one web portal to submit, track and resolve IT, Hostel, Academic and Infrastructure issues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get filtering, assignment and a complete conversation history per ticket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499360" cy="292608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MVC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280160"/>
            <a:ext cx="2499360" cy="292608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5200" y="146304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05200" y="201168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LocalDB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0" y="1280160"/>
            <a:ext cx="2499360" cy="292608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8880" y="146304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201168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499360" cy="292608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TicketComment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for category, priority,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DataAnnotations rules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280160"/>
            <a:ext cx="2499360" cy="292608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5200" y="146304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05200" y="201168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Index, Create, Details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status badges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0" y="1280160"/>
            <a:ext cx="2499360" cy="292608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8880" y="146304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201168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TicketsController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ApplicationDbContext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499360" cy="320040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13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 (max 100)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Priority,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CreatedAt, ResolvedAt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StudentId, AssignedAdminId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IsDeleted (soft delete)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188720"/>
            <a:ext cx="2499360" cy="320040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5200" y="13716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TicketComment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05200" y="1920240"/>
            <a:ext cx="213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TicketId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UserName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with ticket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0" y="1188720"/>
            <a:ext cx="2499360" cy="3200400"/>
          </a:xfrm>
          <a:prstGeom prst="roundRect">
            <a:avLst>
              <a:gd name="adj" fmla="val 36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8880" y="13716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Tables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1920240"/>
            <a:ext cx="213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AspNetUsers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AspNetRoles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AspNetUserRoles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Student, Admin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86200" cy="292608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ticket with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only own tickets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comments to own tickets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886200" cy="292608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63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tickets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 and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status, reassign admin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and soft-delete tickets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554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InProgress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554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5544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creates the ticket, which starts as Open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moves it to InProgress and can assign an owner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ResolvedAt is stamped automatically when Resolved or Closed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with hashed passwords and cookie authentication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[Authorize(Roles = ...)] restricts Create to students and UpdateStatus to admins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[ValidateAntiForgeryToken] on every POST action to block CSRF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check: a student cannot open another student's ticket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attribute prevents over-posting; DataAnnotations plus ModelState validate input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 |  Md Atrab  |  2405101270244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CampusDesk centralises campus complaints with clear status tracking and accountability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MVC, EF Core, Dependency Injection and Identity from the ASP.NET syllabus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email notifications, file attachments, SLA reports, dashboard charts, REST API for a mobile app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CampusDesk</dc:title>
  <dc:subject>PptxGenJS Presentation</dc:subject>
  <dc:creator>PptxGenJS</dc:creator>
  <cp:lastModifiedBy>PptxGenJS</cp:lastModifiedBy>
  <cp:revision>1</cp:revision>
  <dcterms:created xsi:type="dcterms:W3CDTF">2026-09-28T22:19:42Z</dcterms:created>
  <dcterms:modified xsi:type="dcterms:W3CDTF">2026-09-28T22:19:43Z</dcterms:modified>
</cp:coreProperties>
</file>